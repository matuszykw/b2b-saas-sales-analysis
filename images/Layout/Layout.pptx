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3541"/>
    <a:srgbClr val="E2E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CF3D9-0C25-BB5D-6A1A-733CF9A6E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04802-A018-C1C3-C7DF-205C9449C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687FE-FF38-20E4-6206-F4BFABE4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8A53E-5409-E757-B2AB-966F13BA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C3763-3C1C-1921-7FC1-76A3242C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22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390F-A6E3-7F15-55A5-B78B34C7A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2DF25-1044-2A7B-49B2-A91633F57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937D-897A-1B74-7224-DF0671D2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B6F40-EF88-C610-CE55-93F3262DD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34674-4BD2-CBBF-821B-45C3A6D8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9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3848-FEAD-3DA8-AEDF-3921293B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3AD8-57E6-413C-6147-4021301CB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54FF9-F71E-5881-CC12-226492DA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717C-B050-5EE0-2654-53D5A054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CA6BE-2D16-685A-902F-3A286B67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4BBC-4A93-2A0A-B54B-16E843F5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48298-20C8-4F05-6BD0-A3978E09E4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3DC4B-3658-A00D-53E2-FC65B7AA3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E641F-FF59-E490-F808-67C2D74E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0258A-2AA4-94AE-8209-6359ED6B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F9A7F-216B-1CE4-6E84-4E5EB1F4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0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F54E-7605-D35E-4D57-E3E5A8F4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E72DD-971E-250B-6D45-941FA15FF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A04B5-8A2C-45BD-8A94-0C6229760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18965-EB7F-30F6-8743-4335D042A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F2DC2-CF6A-8991-D084-2CE870C27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5C699-4127-C642-F4F1-6C651CED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F25615-C56D-ECD6-131A-B6369C9D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75C57F-DEE5-6885-773F-07A65874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65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21AF-E8FE-A63E-106F-F2F178D2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B32FA3-B2FD-1BF3-194A-123055DD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47830-42B4-5A76-D201-D8EDB883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F40F9-A523-5EE2-78A5-7B00AB3F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74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7AD60-B803-98DB-0F01-D82EE677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3517A-9492-C539-D8D3-E86E695A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E7CD6-3DCC-2812-EA65-6160D6FD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4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D93F1-486E-E521-1208-5BF7E6467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62481-9FCD-1D37-07B0-3F47D6F86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6539D-9527-57BA-4B99-00609CDDE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A5B54-0870-4432-7617-DC5A8B01A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5917A-0E80-BBEC-BE2C-F68EEB969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FC98-A48D-EB4C-2FAD-8A19BFE7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7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BD9F-FA11-C55B-4ABB-2188883D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36871-3FBA-E0D3-DBA5-96566ADDD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24CCB-EAD4-CB35-6086-311999C6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A121B-0A79-4938-58D0-57691315E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A39D2-E367-73A6-F08D-BEA2DC1F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4DF27-40DA-F42A-12F5-B813545F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05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4786-4692-C4EC-4CF8-7B075649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DA914-3EF8-15BB-31D7-1276196FC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F6990-E113-75C9-D0F1-313019B6C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546FA-1EF2-300B-3145-26836FB46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BC4C-6227-5EB7-EEA0-24C5068F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3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F78EED-3DFA-1E35-5211-38ED5DA88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D5957-E5DF-2087-672E-284DA23FD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BD9BA-5EA9-B1C3-D452-58629837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6C9E8-0F28-AE72-D84E-0FDCA978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E3AFC-21FC-6F19-F399-3D42E090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9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CD08E-279C-996E-6502-DEA61688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95992-76A9-3246-E291-A05FB5AF6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4994C-C7D1-D501-CC48-CD6F4F20C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5AD4F-CCE7-4C71-BF10-4CBDD620EE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C8E0-E136-DFDC-F01B-DE603EDF4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32E8D-4E4C-1EC1-746D-3F13326BA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04E2-D77C-4A4D-8B6C-C0216833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09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82FE9-5EAC-88DA-298D-1213A924B84C}"/>
              </a:ext>
            </a:extLst>
          </p:cNvPr>
          <p:cNvSpPr/>
          <p:nvPr/>
        </p:nvSpPr>
        <p:spPr>
          <a:xfrm>
            <a:off x="0" y="0"/>
            <a:ext cx="12192000" cy="481781"/>
          </a:xfrm>
          <a:prstGeom prst="rect">
            <a:avLst/>
          </a:prstGeom>
          <a:solidFill>
            <a:srgbClr val="3435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15044-5565-2345-49AF-85ACB5B1267A}"/>
              </a:ext>
            </a:extLst>
          </p:cNvPr>
          <p:cNvSpPr txBox="1"/>
          <p:nvPr/>
        </p:nvSpPr>
        <p:spPr>
          <a:xfrm>
            <a:off x="0" y="56224"/>
            <a:ext cx="2713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PERFORMANCE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5DA3F2-CB01-17C2-A03E-9608713E21CE}"/>
              </a:ext>
            </a:extLst>
          </p:cNvPr>
          <p:cNvSpPr/>
          <p:nvPr/>
        </p:nvSpPr>
        <p:spPr>
          <a:xfrm>
            <a:off x="226956" y="1670637"/>
            <a:ext cx="3318079" cy="2173776"/>
          </a:xfrm>
          <a:prstGeom prst="roundRect">
            <a:avLst>
              <a:gd name="adj" fmla="val 25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0A9EE1-911A-7C8B-381F-01E870B567F6}"/>
              </a:ext>
            </a:extLst>
          </p:cNvPr>
          <p:cNvSpPr/>
          <p:nvPr/>
        </p:nvSpPr>
        <p:spPr>
          <a:xfrm>
            <a:off x="3710566" y="1670637"/>
            <a:ext cx="4059067" cy="2173776"/>
          </a:xfrm>
          <a:prstGeom prst="roundRect">
            <a:avLst>
              <a:gd name="adj" fmla="val 30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E010CB-6478-B9AC-8EF6-6ED17EDE7C7C}"/>
              </a:ext>
            </a:extLst>
          </p:cNvPr>
          <p:cNvSpPr/>
          <p:nvPr/>
        </p:nvSpPr>
        <p:spPr>
          <a:xfrm>
            <a:off x="9748632" y="536721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43C276-9903-6A6A-66F4-45C0D94403AF}"/>
              </a:ext>
            </a:extLst>
          </p:cNvPr>
          <p:cNvSpPr/>
          <p:nvPr/>
        </p:nvSpPr>
        <p:spPr>
          <a:xfrm>
            <a:off x="7935165" y="1670637"/>
            <a:ext cx="4029880" cy="2173776"/>
          </a:xfrm>
          <a:prstGeom prst="roundRect">
            <a:avLst>
              <a:gd name="adj" fmla="val 271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0A1813B-FC4D-11A7-DACD-81D2DFF1458C}"/>
              </a:ext>
            </a:extLst>
          </p:cNvPr>
          <p:cNvSpPr/>
          <p:nvPr/>
        </p:nvSpPr>
        <p:spPr>
          <a:xfrm>
            <a:off x="226956" y="4005365"/>
            <a:ext cx="11738088" cy="2786885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8E9F76C-6D92-7EE7-4B60-667FFAAD41ED}"/>
              </a:ext>
            </a:extLst>
          </p:cNvPr>
          <p:cNvSpPr/>
          <p:nvPr/>
        </p:nvSpPr>
        <p:spPr>
          <a:xfrm>
            <a:off x="226956" y="536720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172C8AA-AEC7-2C59-FA64-73B0210E6521}"/>
              </a:ext>
            </a:extLst>
          </p:cNvPr>
          <p:cNvSpPr/>
          <p:nvPr/>
        </p:nvSpPr>
        <p:spPr>
          <a:xfrm>
            <a:off x="2607375" y="534170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6F2DF0D-98CC-4E35-A52C-01FC918F1160}"/>
              </a:ext>
            </a:extLst>
          </p:cNvPr>
          <p:cNvSpPr/>
          <p:nvPr/>
        </p:nvSpPr>
        <p:spPr>
          <a:xfrm>
            <a:off x="4987794" y="534172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35953F3-ED5A-880C-BBF7-7AEB973CEE02}"/>
              </a:ext>
            </a:extLst>
          </p:cNvPr>
          <p:cNvSpPr/>
          <p:nvPr/>
        </p:nvSpPr>
        <p:spPr>
          <a:xfrm>
            <a:off x="7368213" y="534171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0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708226-D1DE-9199-5A2D-FFC0C0E2ABEB}"/>
              </a:ext>
            </a:extLst>
          </p:cNvPr>
          <p:cNvSpPr/>
          <p:nvPr/>
        </p:nvSpPr>
        <p:spPr>
          <a:xfrm>
            <a:off x="0" y="0"/>
            <a:ext cx="12192000" cy="481781"/>
          </a:xfrm>
          <a:prstGeom prst="rect">
            <a:avLst/>
          </a:prstGeom>
          <a:solidFill>
            <a:srgbClr val="3435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3C41C-D565-6235-14E2-57D0EF51040F}"/>
              </a:ext>
            </a:extLst>
          </p:cNvPr>
          <p:cNvSpPr txBox="1"/>
          <p:nvPr/>
        </p:nvSpPr>
        <p:spPr>
          <a:xfrm>
            <a:off x="0" y="56224"/>
            <a:ext cx="2713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PERFORMANCE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3DB21E-46E7-BD72-285F-B2B4C7ED5F8A}"/>
              </a:ext>
            </a:extLst>
          </p:cNvPr>
          <p:cNvSpPr/>
          <p:nvPr/>
        </p:nvSpPr>
        <p:spPr>
          <a:xfrm>
            <a:off x="9748632" y="536721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257C03-2777-7D7B-22FF-058FAFEE8543}"/>
              </a:ext>
            </a:extLst>
          </p:cNvPr>
          <p:cNvSpPr/>
          <p:nvPr/>
        </p:nvSpPr>
        <p:spPr>
          <a:xfrm>
            <a:off x="226956" y="536720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FF993E-22AB-0E91-F9A4-7F3F7101E59E}"/>
              </a:ext>
            </a:extLst>
          </p:cNvPr>
          <p:cNvSpPr/>
          <p:nvPr/>
        </p:nvSpPr>
        <p:spPr>
          <a:xfrm>
            <a:off x="2607375" y="534170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BBFBA4-785E-7488-EF5F-1E070F2CD7B5}"/>
              </a:ext>
            </a:extLst>
          </p:cNvPr>
          <p:cNvSpPr/>
          <p:nvPr/>
        </p:nvSpPr>
        <p:spPr>
          <a:xfrm>
            <a:off x="4987794" y="534172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FC4EEE-7D89-A1F6-E97C-02CA884979A7}"/>
              </a:ext>
            </a:extLst>
          </p:cNvPr>
          <p:cNvSpPr/>
          <p:nvPr/>
        </p:nvSpPr>
        <p:spPr>
          <a:xfrm>
            <a:off x="7368213" y="534171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DAC530-BDC0-82C7-3CB1-98423AE699D2}"/>
              </a:ext>
            </a:extLst>
          </p:cNvPr>
          <p:cNvSpPr/>
          <p:nvPr/>
        </p:nvSpPr>
        <p:spPr>
          <a:xfrm>
            <a:off x="10599174" y="54676"/>
            <a:ext cx="1365870" cy="369332"/>
          </a:xfrm>
          <a:prstGeom prst="roundRect">
            <a:avLst>
              <a:gd name="adj" fmla="val 906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CCC60B-CC07-4A9D-862D-CF153284B2FF}"/>
              </a:ext>
            </a:extLst>
          </p:cNvPr>
          <p:cNvSpPr/>
          <p:nvPr/>
        </p:nvSpPr>
        <p:spPr>
          <a:xfrm>
            <a:off x="8604239" y="54676"/>
            <a:ext cx="1827788" cy="369332"/>
          </a:xfrm>
          <a:prstGeom prst="roundRect">
            <a:avLst>
              <a:gd name="adj" fmla="val 906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B838F24-589C-7565-AA6D-447BF2D3DADC}"/>
              </a:ext>
            </a:extLst>
          </p:cNvPr>
          <p:cNvSpPr/>
          <p:nvPr/>
        </p:nvSpPr>
        <p:spPr>
          <a:xfrm>
            <a:off x="226956" y="1670637"/>
            <a:ext cx="6183676" cy="2714550"/>
          </a:xfrm>
          <a:prstGeom prst="roundRect">
            <a:avLst>
              <a:gd name="adj" fmla="val 25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98A25D-A2D6-B8BD-E1F8-5E0CBBEA2A91}"/>
              </a:ext>
            </a:extLst>
          </p:cNvPr>
          <p:cNvSpPr/>
          <p:nvPr/>
        </p:nvSpPr>
        <p:spPr>
          <a:xfrm>
            <a:off x="6574591" y="1670637"/>
            <a:ext cx="5390454" cy="2714550"/>
          </a:xfrm>
          <a:prstGeom prst="roundRect">
            <a:avLst>
              <a:gd name="adj" fmla="val 235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81316D-2ABE-F025-69CF-ADB207F7DDC5}"/>
              </a:ext>
            </a:extLst>
          </p:cNvPr>
          <p:cNvSpPr/>
          <p:nvPr/>
        </p:nvSpPr>
        <p:spPr>
          <a:xfrm>
            <a:off x="226957" y="4561324"/>
            <a:ext cx="4345044" cy="2230926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53ECF54-22FD-2843-6F24-7600C5FF6529}"/>
              </a:ext>
            </a:extLst>
          </p:cNvPr>
          <p:cNvSpPr/>
          <p:nvPr/>
        </p:nvSpPr>
        <p:spPr>
          <a:xfrm>
            <a:off x="4736008" y="4561324"/>
            <a:ext cx="3473927" cy="2230926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2119BB-669E-A3D0-AF4C-2BBF55999C88}"/>
              </a:ext>
            </a:extLst>
          </p:cNvPr>
          <p:cNvSpPr/>
          <p:nvPr/>
        </p:nvSpPr>
        <p:spPr>
          <a:xfrm>
            <a:off x="8373942" y="4561324"/>
            <a:ext cx="3591101" cy="2230926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1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B6693E-C871-C2A1-BF02-0C5DE6EF9A84}"/>
              </a:ext>
            </a:extLst>
          </p:cNvPr>
          <p:cNvSpPr/>
          <p:nvPr/>
        </p:nvSpPr>
        <p:spPr>
          <a:xfrm>
            <a:off x="0" y="0"/>
            <a:ext cx="12192000" cy="481781"/>
          </a:xfrm>
          <a:prstGeom prst="rect">
            <a:avLst/>
          </a:prstGeom>
          <a:solidFill>
            <a:srgbClr val="3435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FC51F-2531-C7CE-62EC-66A46002741E}"/>
              </a:ext>
            </a:extLst>
          </p:cNvPr>
          <p:cNvSpPr txBox="1"/>
          <p:nvPr/>
        </p:nvSpPr>
        <p:spPr>
          <a:xfrm>
            <a:off x="0" y="56224"/>
            <a:ext cx="2713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PERFORMANCE</a:t>
            </a:r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14C5FE-734B-37B0-FBF4-9C81ADA23BC3}"/>
              </a:ext>
            </a:extLst>
          </p:cNvPr>
          <p:cNvSpPr/>
          <p:nvPr/>
        </p:nvSpPr>
        <p:spPr>
          <a:xfrm>
            <a:off x="8628967" y="56224"/>
            <a:ext cx="1640974" cy="369332"/>
          </a:xfrm>
          <a:prstGeom prst="roundRect">
            <a:avLst>
              <a:gd name="adj" fmla="val 906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67BBB1-7749-C205-D64A-E9470E667C1A}"/>
              </a:ext>
            </a:extLst>
          </p:cNvPr>
          <p:cNvSpPr/>
          <p:nvPr/>
        </p:nvSpPr>
        <p:spPr>
          <a:xfrm>
            <a:off x="9748632" y="536721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E96767-F39D-7C86-0EC9-955C884DAD7D}"/>
              </a:ext>
            </a:extLst>
          </p:cNvPr>
          <p:cNvSpPr/>
          <p:nvPr/>
        </p:nvSpPr>
        <p:spPr>
          <a:xfrm>
            <a:off x="4987794" y="534172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2BC4E9-D4CF-37BD-FC4F-9986689E45AD}"/>
              </a:ext>
            </a:extLst>
          </p:cNvPr>
          <p:cNvSpPr/>
          <p:nvPr/>
        </p:nvSpPr>
        <p:spPr>
          <a:xfrm>
            <a:off x="7368213" y="534171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CC1002-91F2-4F7C-F75D-7645CA2168C6}"/>
              </a:ext>
            </a:extLst>
          </p:cNvPr>
          <p:cNvSpPr/>
          <p:nvPr/>
        </p:nvSpPr>
        <p:spPr>
          <a:xfrm>
            <a:off x="4987794" y="2807103"/>
            <a:ext cx="4596831" cy="3994673"/>
          </a:xfrm>
          <a:prstGeom prst="roundRect">
            <a:avLst>
              <a:gd name="adj" fmla="val 15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3B609A-8B85-397F-96A7-26D6E2AC5F30}"/>
              </a:ext>
            </a:extLst>
          </p:cNvPr>
          <p:cNvSpPr/>
          <p:nvPr/>
        </p:nvSpPr>
        <p:spPr>
          <a:xfrm>
            <a:off x="9748632" y="1673187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3C1CAB-788D-A9AA-B1F9-67C6893DC69D}"/>
              </a:ext>
            </a:extLst>
          </p:cNvPr>
          <p:cNvSpPr/>
          <p:nvPr/>
        </p:nvSpPr>
        <p:spPr>
          <a:xfrm>
            <a:off x="4987794" y="1670638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7C5CA9-865E-F8EC-6CD3-1428E862AFC0}"/>
              </a:ext>
            </a:extLst>
          </p:cNvPr>
          <p:cNvSpPr/>
          <p:nvPr/>
        </p:nvSpPr>
        <p:spPr>
          <a:xfrm>
            <a:off x="7368213" y="1670637"/>
            <a:ext cx="2216412" cy="957779"/>
          </a:xfrm>
          <a:prstGeom prst="roundRect">
            <a:avLst>
              <a:gd name="adj" fmla="val 64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50F103-3715-BCC1-2A08-A0BCC4C8357C}"/>
              </a:ext>
            </a:extLst>
          </p:cNvPr>
          <p:cNvSpPr/>
          <p:nvPr/>
        </p:nvSpPr>
        <p:spPr>
          <a:xfrm>
            <a:off x="10324070" y="62499"/>
            <a:ext cx="1640974" cy="369332"/>
          </a:xfrm>
          <a:prstGeom prst="roundRect">
            <a:avLst>
              <a:gd name="adj" fmla="val 906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D0E752-5F25-DCDB-91D3-B79CD85EEF87}"/>
              </a:ext>
            </a:extLst>
          </p:cNvPr>
          <p:cNvSpPr/>
          <p:nvPr/>
        </p:nvSpPr>
        <p:spPr>
          <a:xfrm>
            <a:off x="9748632" y="2800828"/>
            <a:ext cx="2216412" cy="3994673"/>
          </a:xfrm>
          <a:prstGeom prst="roundRect">
            <a:avLst>
              <a:gd name="adj" fmla="val 30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D855DB-ABBE-805A-F71B-78690EC2583B}"/>
              </a:ext>
            </a:extLst>
          </p:cNvPr>
          <p:cNvSpPr/>
          <p:nvPr/>
        </p:nvSpPr>
        <p:spPr>
          <a:xfrm>
            <a:off x="226956" y="1366684"/>
            <a:ext cx="4596831" cy="5428817"/>
          </a:xfrm>
          <a:prstGeom prst="roundRect">
            <a:avLst>
              <a:gd name="adj" fmla="val 15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BD20C7-4198-A49B-2ADD-ADFDDB488DFA}"/>
              </a:ext>
            </a:extLst>
          </p:cNvPr>
          <p:cNvSpPr/>
          <p:nvPr/>
        </p:nvSpPr>
        <p:spPr>
          <a:xfrm>
            <a:off x="226956" y="536720"/>
            <a:ext cx="4596831" cy="672647"/>
          </a:xfrm>
          <a:prstGeom prst="roundRect">
            <a:avLst>
              <a:gd name="adj" fmla="val 4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2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 Semibold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Wiktor Matuszyk</dc:creator>
  <cp:lastModifiedBy>Wiktor Matuszyk</cp:lastModifiedBy>
  <cp:revision>1</cp:revision>
  <dcterms:created xsi:type="dcterms:W3CDTF">2026-03-04T15:04:00Z</dcterms:created>
  <dcterms:modified xsi:type="dcterms:W3CDTF">2026-03-04T16:31:26Z</dcterms:modified>
</cp:coreProperties>
</file>